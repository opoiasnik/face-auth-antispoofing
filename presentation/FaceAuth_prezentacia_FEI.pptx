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1f94b98cb41cc" /><Relationship Type="http://schemas.openxmlformats.org/officeDocument/2006/relationships/extended-properties" Target="/docProps/app.xml" Id="R4e3736dc8df040c6" /><Relationship Type="http://schemas.openxmlformats.org/officeDocument/2006/relationships/officeDocument" Target="/ppt/presentation.xml" Id="R1b51c4a12257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b64d39d8024910"/>
    <p:sldMasterId xmlns:r="http://schemas.openxmlformats.org/officeDocument/2006/relationships" id="2147483651" r:id="R86d9a30644ad40bc"/>
  </p:sldMasterIdLst>
  <p:notesMasterIdLst>
    <p:notesMasterId xmlns:r="http://schemas.openxmlformats.org/officeDocument/2006/relationships" r:id="R50e3e15a897749e5"/>
  </p:notesMasterIdLst>
  <p:sldIdLst>
    <p:sldId xmlns:r="http://schemas.openxmlformats.org/officeDocument/2006/relationships" id="256" r:id="Rcc6555d249794d7e"/>
    <p:sldId xmlns:r="http://schemas.openxmlformats.org/officeDocument/2006/relationships" id="257" r:id="Rbfb72f8abdcb4165"/>
    <p:sldId xmlns:r="http://schemas.openxmlformats.org/officeDocument/2006/relationships" id="258" r:id="Rfb450e1bacf6426d"/>
    <p:sldId xmlns:r="http://schemas.openxmlformats.org/officeDocument/2006/relationships" id="259" r:id="R664cd62d1c784e99"/>
    <p:sldId xmlns:r="http://schemas.openxmlformats.org/officeDocument/2006/relationships" id="260" r:id="Rbcb1d8a0056f40c0"/>
    <p:sldId xmlns:r="http://schemas.openxmlformats.org/officeDocument/2006/relationships" id="261" r:id="R4552fd5a65404a7b"/>
    <p:sldId xmlns:r="http://schemas.openxmlformats.org/officeDocument/2006/relationships" id="262" r:id="R1ecf1e661eb44c9a"/>
    <p:sldId xmlns:r="http://schemas.openxmlformats.org/officeDocument/2006/relationships" id="263" r:id="R80ec9483db964eec"/>
    <p:sldId xmlns:r="http://schemas.openxmlformats.org/officeDocument/2006/relationships" id="264" r:id="R8d7ceeb9ed064986"/>
    <p:sldId xmlns:r="http://schemas.openxmlformats.org/officeDocument/2006/relationships" id="265" r:id="Rb0815e9cb9654e4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Štýl s motívom 2 - zvýrazneni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2849e12354ea9" /><Relationship Type="http://schemas.openxmlformats.org/officeDocument/2006/relationships/slideMaster" Target="/ppt/slideMasters/slideMaster1.xml" Id="R1bb64d39d8024910" /><Relationship Type="http://schemas.openxmlformats.org/officeDocument/2006/relationships/slideMaster" Target="/ppt/slideMasters/slideMaster2.xml" Id="R86d9a30644ad40bc" /><Relationship Type="http://schemas.openxmlformats.org/officeDocument/2006/relationships/notesMaster" Target="/ppt/notesMasters/notesMaster1.xml" Id="R50e3e15a897749e5" /><Relationship Type="http://schemas.openxmlformats.org/officeDocument/2006/relationships/presProps" Target="/ppt/presProps.xml" Id="R9dc89b9a72b14390" /><Relationship Type="http://schemas.openxmlformats.org/officeDocument/2006/relationships/viewProps" Target="/ppt/viewProps.xml" Id="Ra6e427d6efe742bf" /><Relationship Type="http://schemas.openxmlformats.org/officeDocument/2006/relationships/tableStyles" Target="/ppt/tableStyles.xml" Id="R33c02748a8d0429c" /><Relationship Type="http://schemas.openxmlformats.org/officeDocument/2006/relationships/slide" Target="/ppt/slides/slide1.xml" Id="Rcc6555d249794d7e" /><Relationship Type="http://schemas.openxmlformats.org/officeDocument/2006/relationships/slide" Target="/ppt/slides/slide2.xml" Id="Rbfb72f8abdcb4165" /><Relationship Type="http://schemas.openxmlformats.org/officeDocument/2006/relationships/slide" Target="/ppt/slides/slide3.xml" Id="Rfb450e1bacf6426d" /><Relationship Type="http://schemas.openxmlformats.org/officeDocument/2006/relationships/slide" Target="/ppt/slides/slide4.xml" Id="R664cd62d1c784e99" /><Relationship Type="http://schemas.openxmlformats.org/officeDocument/2006/relationships/slide" Target="/ppt/slides/slide5.xml" Id="Rbcb1d8a0056f40c0" /><Relationship Type="http://schemas.openxmlformats.org/officeDocument/2006/relationships/slide" Target="/ppt/slides/slide6.xml" Id="R4552fd5a65404a7b" /><Relationship Type="http://schemas.openxmlformats.org/officeDocument/2006/relationships/slide" Target="/ppt/slides/slide7.xml" Id="R1ecf1e661eb44c9a" /><Relationship Type="http://schemas.openxmlformats.org/officeDocument/2006/relationships/slide" Target="/ppt/slides/slide8.xml" Id="R80ec9483db964eec" /><Relationship Type="http://schemas.openxmlformats.org/officeDocument/2006/relationships/slide" Target="/ppt/slides/slide9.xml" Id="R8d7ceeb9ed064986" /><Relationship Type="http://schemas.openxmlformats.org/officeDocument/2006/relationships/slide" Target="/ppt/slides/slide10.xml" Id="Rb0815e9cb965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917a4de0aa441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3d32ccbbb4938" /><Relationship Type="http://schemas.openxmlformats.org/officeDocument/2006/relationships/notesMaster" Target="/ppt/notesMasters/notesMaster1.xml" Id="R6b87b8ac6aa749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4d64597ad4307" /><Relationship Type="http://schemas.openxmlformats.org/officeDocument/2006/relationships/notesMaster" Target="/ppt/notesMasters/notesMaster1.xml" Id="Reb0c4f6543f9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7665bcaf34981" /><Relationship Type="http://schemas.openxmlformats.org/officeDocument/2006/relationships/notesMaster" Target="/ppt/notesMasters/notesMaster1.xml" Id="R7d71ea490b6c41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a79d2488114381" /><Relationship Type="http://schemas.openxmlformats.org/officeDocument/2006/relationships/notesMaster" Target="/ppt/notesMasters/notesMaster1.xml" Id="Rf02db270d8b5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8102c5ee1d41cd" /><Relationship Type="http://schemas.openxmlformats.org/officeDocument/2006/relationships/notesMaster" Target="/ppt/notesMasters/notesMaster1.xml" Id="Re9cda01ff015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4060e5f5b5472b" /><Relationship Type="http://schemas.openxmlformats.org/officeDocument/2006/relationships/notesMaster" Target="/ppt/notesMasters/notesMaster1.xml" Id="R863fae81a0f544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09b6006e84008" /><Relationship Type="http://schemas.openxmlformats.org/officeDocument/2006/relationships/notesMaster" Target="/ppt/notesMasters/notesMaster1.xml" Id="R4abab7124a0c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d3c03973744e9f" /><Relationship Type="http://schemas.openxmlformats.org/officeDocument/2006/relationships/notesMaster" Target="/ppt/notesMasters/notesMaster1.xml" Id="R0805b4088c8e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14bbe912e44599" /><Relationship Type="http://schemas.openxmlformats.org/officeDocument/2006/relationships/notesMaster" Target="/ppt/notesMasters/notesMaster1.xml" Id="R2094c5bf65144d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a902e95c84e25" /><Relationship Type="http://schemas.openxmlformats.org/officeDocument/2006/relationships/notesMaster" Target="/ppt/notesMasters/notesMaster1.xml" Id="Rb841c58618db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Autori: Oleh Poiasnik a Andrii Pervashov. Zdroj obsahu: report/main.tex, kapitoly 3–6. Dizajn, logá, predlohy a rozloženia: Poiasnik_OlehBPCurrent1.pptx od používateľa.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backend/app/biometrics/engine.py, backend/app/core/config.py. Server nezávisle overuje kvalitu, živosť aj identitu.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report/figures/ui_enroll_form.png a frontend/src/pages/EnrollPage.tsx. Existujúca snímka rozhrania.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report/figures/ui_login_challenge.png a backend/app/biometrics/liveness/active.py. Výzva je jednorazová a má obmedzenú platnosť.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report/figures/ui_login_rejected.png. Snímka z pôvodného projektu. Úplný audit pôvodných 6 + 30 pokusov nebol v lokálnej databáze k dispozícii.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report/figures/ui_dashboard.png a frontend/src/pages/DashboardPage.tsx. Ide o pôvodnú snímku rozhrania, nie nové meranie.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report/results/recognition-20261013-110422/summary.json a scores.csv. Súhrn 6000 párov bez oddelenej kalibrácie foldov. FAR 0 % je pozorovanie na vzorke, nie záruka.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report/results/pad-20261013-110003/summary.json a scores.csv. 591 bona fide a 1817 attack snímok. APCER je maximum cez typy útokov.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Kontrola 17. 10. 2026: 51 backend testov, 87 % coverage, 11 frontend testov, Ruff, mypy, ESLint a production build prešli. Automatické testy používajú náhrady modelov. Zdroj: backend/tests, frontend/src/biometrics/*.test.ts a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845c6d58842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9ad92dcc942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6c1e61979645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7d4c8c92874b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045beb7ec44a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1bda8fed624103" /></Relationships>
</file>

<file path=ppt/slideLayouts/slideLayout1.xml><?xml version="1.0" encoding="utf-8"?>
<p:sldLayout xmlns:p="http://schemas.openxmlformats.org/presentationml/2006/main" preserve="1" userDrawn="1">
  <p:cSld name="Úvod">
    <p:bg>
      <p:bgPr>
        <a:solidFill xmlns:a="http://schemas.openxmlformats.org/drawingml/2006/main"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8F018F4-B38F-2E44-8A38-1A1EA2D36F5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97911" y="2515053"/>
            <a:ext cx="9996178" cy="7071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4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1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B950876-6C55-6740-A374-92050844C5D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97911" y="3222171"/>
            <a:ext cx="9996178" cy="1382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PODNADPIS PREZENTÁCIE</a:t>
            </a:r>
          </a:p>
        </p:txBody>
      </p:sp>
      <p:sp>
        <p:nvSpPr>
          <p:cNvPr id="1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2810C69-3273-DA4A-BFEE-D5ABF84768D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97911" y="5273027"/>
            <a:ext cx="9996178" cy="370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Meno a priezvisko školiteľa</a:t>
            </a:r>
          </a:p>
        </p:txBody>
      </p:sp>
      <p:sp>
        <p:nvSpPr>
          <p:cNvPr id="15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98B4246-0B6F-E640-B986-82EBEB4341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097911" y="5668238"/>
            <a:ext cx="9996178" cy="370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Názov katedry</a:t>
            </a:r>
          </a:p>
        </p:txBody>
      </p:sp>
      <p:sp>
        <p:nvSpPr>
          <p:cNvPr id="1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64C7096-44EF-404A-906C-30A1AD23A7A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97911" y="6065702"/>
            <a:ext cx="9996178" cy="370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Dátum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EF4B563A-9AAE-364D-B0DF-550E6FFF9F31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097911" y="4875563"/>
            <a:ext cx="9996178" cy="370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Meno a priezvisko študenta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Zá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0FF04A3-785C-A946-9332-C2EAFE6328C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97911" y="3222170"/>
            <a:ext cx="9996178" cy="1518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ĎAKUJEM ZA POZORNOSŤ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D5D3D52A-DA18-3545-AAEE-E0081083CB9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6220" y="1609366"/>
            <a:ext cx="10207580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B86E5B1-08FD-EA40-9D89-2A8FA0CD8CC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146221" y="871793"/>
            <a:ext cx="10207580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599A63E-9BAA-E6CD-47C0-A1E22E65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635" y="5881306"/>
            <a:ext cx="58621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/10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/2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D5D3D52A-DA18-3545-AAEE-E0081083CB9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6220" y="1609366"/>
            <a:ext cx="5015094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B86E5B1-08FD-EA40-9D89-2A8FA0CD8CC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146221" y="871793"/>
            <a:ext cx="10207580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56B732E-6592-2F4F-891F-A80D5BE2632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38707" y="1609366"/>
            <a:ext cx="5015094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/3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2D4FB48-E4FB-B440-BC34-A2B828DD6E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6220" y="1609366"/>
            <a:ext cx="3077437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A08039C-0937-3943-9727-FB3A92DE27A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146221" y="871793"/>
            <a:ext cx="3077437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24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CD7EC1F-E91C-A54C-8E5B-52764441336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20792" y="1609366"/>
            <a:ext cx="3077437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DF69D21-6F08-A744-B186-1F9D82B7109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20793" y="871793"/>
            <a:ext cx="3077437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2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79C4343-199D-A341-9AB7-BDEA4FDC530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895364" y="1609366"/>
            <a:ext cx="3077437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581671B3-9280-8B41-B98C-FEBE45AAD21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7895365" y="871793"/>
            <a:ext cx="3077437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ext modry okraj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03248B-B0B7-E14A-8E92-363F5C5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206" y="76199"/>
            <a:ext cx="5377543" cy="67818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4CBB870-2EBE-924E-B55B-96C0E84B189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474652" y="484461"/>
            <a:ext cx="4057151" cy="347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000">
                <a:solidFill>
                  <a:srgbClr val="EBA9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A7391038-2704-074F-BB6F-A5D39808ED7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474153" y="904918"/>
            <a:ext cx="4057650" cy="5425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just">
              <a:buNone/>
              <a:defRPr sz="1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Textové pole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FBA3A62-7F88-954E-8688-33DC8C3A32B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6220" y="1609366"/>
            <a:ext cx="5396093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pPr algn="just">
              <a:buNone/>
            </a:pPr>
            <a:r>
              <a:rPr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Textové pole</a:t>
            </a:r>
            <a:endParaRPr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408C93D-6981-6546-8777-BBF41BE80D6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146221" y="871793"/>
            <a:ext cx="5396093" cy="60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NADPIS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bf2e8922c634f7e" /><Relationship Type="http://schemas.openxmlformats.org/officeDocument/2006/relationships/image" Target="/ppt/media/image2.png" Id="R3edf047136b24f8d" /><Relationship Type="http://schemas.openxmlformats.org/officeDocument/2006/relationships/theme" Target="/ppt/slideMasters/theme/theme2.xml" Id="Rcb3aebc3cb074981" /><Relationship Type="http://schemas.openxmlformats.org/officeDocument/2006/relationships/slideLayout" Target="/ppt/slideLayouts/slideLayout1.xml" Id="R33819aa2f26845b5" /><Relationship Type="http://schemas.openxmlformats.org/officeDocument/2006/relationships/slideLayout" Target="/ppt/slideLayouts/slideLayout2.xml" Id="Re48908d2621c46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ab43b812ee59421e" /><Relationship Type="http://schemas.openxmlformats.org/officeDocument/2006/relationships/image" Target="/ppt/media/image3.png" Id="R4646aca987934a13" /><Relationship Type="http://schemas.openxmlformats.org/officeDocument/2006/relationships/theme" Target="/ppt/slideMasters/theme/theme3.xml" Id="R2a83ca25debd4fda" /><Relationship Type="http://schemas.openxmlformats.org/officeDocument/2006/relationships/slideLayout" Target="/ppt/slideLayouts/slideLayout3.xml" Id="R95cf35a7d05e44a7" /><Relationship Type="http://schemas.openxmlformats.org/officeDocument/2006/relationships/slideLayout" Target="/ppt/slideLayouts/slideLayout4.xml" Id="R08d4484177d543b8" /><Relationship Type="http://schemas.openxmlformats.org/officeDocument/2006/relationships/slideLayout" Target="/ppt/slideLayouts/slideLayout5.xml" Id="Rec90e8a32c48470d" /><Relationship Type="http://schemas.openxmlformats.org/officeDocument/2006/relationships/slideLayout" Target="/ppt/slideLayouts/slideLayout6.xml" Id="R1e992251d9024e6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AEE394-3141-2D4C-BF30-130B86C1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92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AC658896-6BEB-4C3D-BEFA-C22B1298B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2e8922c63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3400" y="241300"/>
            <a:ext cx="5308600" cy="66167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E3BACEB-CD30-4D02-8BD5-668AC8DE17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f047136b2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6340" y="824653"/>
            <a:ext cx="3898177" cy="7319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19aa2f26845b5"/>
    <p:sldLayoutId xmlns:r="http://schemas.openxmlformats.org/officeDocument/2006/relationships" id="2147483650" r:id="Re48908d2621c467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3D62D7-35B3-714C-929D-B95A5879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92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394A419-A4BC-435F-81A1-3C77FC7AE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3b812ee59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3400" y="241300"/>
            <a:ext cx="5308600" cy="66167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EDB5506-2788-42A4-99BF-DB2E9CD40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6aca98793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5830191"/>
            <a:ext cx="2729729" cy="512536"/>
          </a:xfrm>
          <a:prstGeom xmlns:a="http://schemas.openxmlformats.org/drawingml/2006/main" prst="rect">
            <a:avLst/>
          </a:prstGeom>
        </p:spPr>
      </p:pic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CF62C09C-20D3-04A5-6046-CBD1737380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126268" y="6251575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2FFF51-719B-4755-BF0F-068AF865DF08}" type="slidenum">
              <a:t>‹#›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9138E4-088E-7B2F-2B8D-2E9CF76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864" y="5882243"/>
            <a:ext cx="112958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fld id="{B4E7CCF1-B4FA-44BA-9849-83584122FA2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95cf35a7d05e44a7"/>
    <p:sldLayoutId xmlns:r="http://schemas.openxmlformats.org/officeDocument/2006/relationships" id="2147483653" r:id="R08d4484177d543b8"/>
    <p:sldLayoutId xmlns:r="http://schemas.openxmlformats.org/officeDocument/2006/relationships" id="2147483654" r:id="Rec90e8a32c48470d"/>
    <p:sldLayoutId xmlns:r="http://schemas.openxmlformats.org/officeDocument/2006/relationships" id="2147483655" r:id="R1e992251d9024e6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f419ecefd457e" /><Relationship Type="http://schemas.openxmlformats.org/officeDocument/2006/relationships/notesSlide" Target="/ppt/notesSlides/notesSlide1.xml" Id="R456e92c1a1eb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a453b937b24915" /><Relationship Type="http://schemas.openxmlformats.org/officeDocument/2006/relationships/notesSlide" Target="/ppt/notesSlides/notesSlide2.xml" Id="R1cde3a4c41ce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b963a5b2174256" /><Relationship Type="http://schemas.openxmlformats.org/officeDocument/2006/relationships/image" Target="/ppt/media/image4.png" Id="R337d92a1fc564285" /><Relationship Type="http://schemas.openxmlformats.org/officeDocument/2006/relationships/notesSlide" Target="/ppt/notesSlides/notesSlide3.xml" Id="R3cc5753b6ec9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edef0ef51c45d5" /><Relationship Type="http://schemas.openxmlformats.org/officeDocument/2006/relationships/image" Target="/ppt/media/image5.png" Id="Rfb6e27694c5a4cec" /><Relationship Type="http://schemas.openxmlformats.org/officeDocument/2006/relationships/notesSlide" Target="/ppt/notesSlides/notesSlide4.xml" Id="Rd5fecd69e94f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0b866c3e024cb3" /><Relationship Type="http://schemas.openxmlformats.org/officeDocument/2006/relationships/image" Target="/ppt/media/image6.png" Id="Rcaf5dbf8ef464bdb" /><Relationship Type="http://schemas.openxmlformats.org/officeDocument/2006/relationships/notesSlide" Target="/ppt/notesSlides/notesSlide5.xml" Id="R80728f7c2b2f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7ed8505f184a4a" /><Relationship Type="http://schemas.openxmlformats.org/officeDocument/2006/relationships/image" Target="/ppt/media/image7.png" Id="Rdebbbbefcf2142cb" /><Relationship Type="http://schemas.openxmlformats.org/officeDocument/2006/relationships/notesSlide" Target="/ppt/notesSlides/notesSlide6.xml" Id="R934da0be9b92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52389a8727458a" /><Relationship Type="http://schemas.openxmlformats.org/officeDocument/2006/relationships/notesSlide" Target="/ppt/notesSlides/notesSlide7.xml" Id="R98331378d5ea40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9f5aea4eb45a8" /><Relationship Type="http://schemas.openxmlformats.org/officeDocument/2006/relationships/notesSlide" Target="/ppt/notesSlides/notesSlide8.xml" Id="R35ae86c73030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be246ed17b450d" /><Relationship Type="http://schemas.openxmlformats.org/officeDocument/2006/relationships/notesSlide" Target="/ppt/notesSlides/notesSlide9.xml" Id="Rc1cc8f17a7b745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c8f34c0ae4558" /><Relationship Type="http://schemas.openxmlformats.org/officeDocument/2006/relationships/notesSlide" Target="/ppt/notesSlides/notesSlide10.xml" Id="Re5257e17456a44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6EEF08-DC5C-4CEF-8AEB-CA352A0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>
                <a:solidFill>
                  <a:srgbClr val="FFFFFF"/>
                </a:solidFill>
                <a:latin typeface="Arial"/>
                <a:ea typeface="Arial"/>
                <a:cs typeface="Arial"/>
              </a:rPr>
              <a:t>Biometrická autentifikácia tváre</a:t>
            </a:r>
          </a:p>
          <a:p xmlns:a="http://schemas.openxmlformats.org/drawingml/2006/main">
            <a:pPr algn="l">
              <a:buNone/>
              <a:defRPr sz="4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>
                <a:solidFill>
                  <a:srgbClr val="FFFFFF"/>
                </a:solidFill>
                <a:latin typeface="Arial"/>
                <a:ea typeface="Arial"/>
                <a:cs typeface="Arial"/>
              </a:rPr>
              <a:t>s ochranou proti falšovaniu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10017-AAA0-4835-93F5-FB1E97C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Semestrálny projekt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06901C-E476-460D-BEDE-3176068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Oleh Poiasnik a Andrii Pervashov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C385C2-7B86-47C4-B6AF-DCE2A55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Biometrické systémy bezpečnosti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CF36787-732F-4DFC-A766-723BB290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Technická univerzita v Košiciach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A1DB77B-86A2-42BF-B6ED-3CED34CC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86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2026/2027</a:t>
            </a:r>
          </a:p>
        </p:txBody>
      </p:sp>
    </p:spTree>
    <p:extLst>
      <p:ext uri="{BB962C8B-B14F-4D97-AF65-F5344CB8AC3E}">
        <p14:creationId xmlns:p14="http://schemas.microsoft.com/office/powerpoint/2010/main" val="27665585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0B8878-C023-4848-8B16-0D03AF8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Spracovanie na serveri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9E030-DB82-4473-AE4F-1AD679AB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971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  YuNet nájde tvár a orientačné body</a:t>
            </a:r>
          </a:p>
          <a:p xmlns:a="http://schemas.openxmlformats.org/drawingml/2006/main"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  Kontrola kvality a pasívna živosť MiniFASNet</a:t>
            </a:r>
          </a:p>
          <a:p xmlns:a="http://schemas.openxmlformats.org/drawingml/2006/main"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  Náhodná výzva na pohyb hlavy</a:t>
            </a:r>
          </a:p>
          <a:p xmlns:a="http://schemas.openxmlformats.org/drawingml/2006/main"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  SFace porovná identitu s uloženým vzorom</a:t>
            </a:r>
          </a:p>
        </p:txBody>
      </p:sp>
    </p:spTree>
    <p:extLst>
      <p:ext uri="{BB962C8B-B14F-4D97-AF65-F5344CB8AC3E}">
        <p14:creationId xmlns:p14="http://schemas.microsoft.com/office/powerpoint/2010/main" val="14438600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228D2D-598D-4A66-95A2-BFF89C08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Registrácia používateľa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D7A3B0-AD8C-4816-8705-143F54C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Používateľské meno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súhlas so spracovaním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Séria snímok počas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náhodnej výzvy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Uloženie šifrovaného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vektora tváre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CE7415C-9651-4D7F-ADE7-7B5D0DCBD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d92a1fc564285"/>
          <a:stretch xmlns:a="http://schemas.openxmlformats.org/drawingml/2006/main"/>
        </p:blipFill>
        <p:spPr>
          <a:xfrm xmlns:a="http://schemas.openxmlformats.org/drawingml/2006/main">
            <a:off x="6947742" y="1619250"/>
            <a:ext cx="2773265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57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009A3F-69D8-4099-AFB2-557D5F08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Náhodná výzva na pohyb hlavy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CDBC3B-3498-4B5E-BDD0-684E9F7E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Snímka spredu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dva náhodné pohyby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Kontrola smeru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veľkosti pohybu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Jednorazová výzva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obmedzuje replay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40BDE23-83F3-42B2-8F5F-1ADBBD442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e27694c5a4cec"/>
          <a:stretch xmlns:a="http://schemas.openxmlformats.org/drawingml/2006/main"/>
        </p:blipFill>
        <p:spPr>
          <a:xfrm xmlns:a="http://schemas.openxmlformats.org/drawingml/2006/main">
            <a:off x="6947742" y="1619250"/>
            <a:ext cx="2773265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40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B9A0AB-77B5-40D2-BAAD-679FBF92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Zamietnutie statického obrázka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20AEBA-E645-45BD-A5B2-5D7E720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Pasívne skóre samo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nestačí na prijatie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Statický obrázok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nesplní pohyb hlavy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Rozhodnutie kontroluje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server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202A177-F723-4968-8D86-042E9342F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5dbf8ef464bdb"/>
          <a:stretch xmlns:a="http://schemas.openxmlformats.org/drawingml/2006/main"/>
        </p:blipFill>
        <p:spPr>
          <a:xfrm xmlns:a="http://schemas.openxmlformats.org/drawingml/2006/main">
            <a:off x="6947742" y="1619250"/>
            <a:ext cx="2773265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321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A72475-F1FA-4E84-93EB-6C6C623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Účet a história pokusov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292E23-629F-42D8-BF05-A4C6B13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Prihlásenie s menom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alebo vyhľadanie tváre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Prehľad rozhodnutí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dôvodov zamietnutia</a:t>
            </a:r>
          </a:p>
          <a:p xmlns:a="http://schemas.openxmlformats.org/drawingml/2006/main">
            <a:endParaRPr sz="2025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Možnosť vymazať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svoj účet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DFB3C54-A432-4664-9C01-1006618F1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bbefcf2142cb"/>
          <a:stretch xmlns:a="http://schemas.openxmlformats.org/drawingml/2006/main"/>
        </p:blipFill>
        <p:spPr>
          <a:xfrm xmlns:a="http://schemas.openxmlformats.org/drawingml/2006/main">
            <a:off x="5699852" y="1714500"/>
            <a:ext cx="5364295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933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5C5BAA-A296-4A5F-8041-622649B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Rozpoznávanie na LFW</a:t>
            </a:r>
          </a:p>
        </p:txBody>
      </p:sp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60A3E1E6-C15D-45E1-B0D3-CBFE280758B5}"/>
              </a:ext>
            </a:extLst>
          </p:cNvPr>
          <p:cNvGraphicFramePr/>
          <p:nvPr/>
        </p:nvGraphicFramePr>
        <p:xfrm>
          <a:off xmlns:a="http://schemas.openxmlformats.org/drawingml/2006/main" x="1238250" y="1857375"/>
          <a:ext xmlns:a="http://schemas.openxmlformats.org/drawingml/2006/main" cx="9906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905000"/>
                <a:gridCol w="1905000"/>
                <a:gridCol w="190500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Pracovný bod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Prah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FAR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FRR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Systémový prah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0,400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0,00 %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3,90 %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Rovnaká chyba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0,266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2,47 %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2,47 %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FAR najviac 0,1 %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0,339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0,10 %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3,03 %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B26CFC-02FF-4F27-85F7-23881F6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6000 dvojíc fotografií, výsledky jednotlivých porovnaní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Nulové FAR na tejto vzorke nezaručuje nulové riziko v prevádzke</a:t>
            </a:r>
          </a:p>
        </p:txBody>
      </p:sp>
    </p:spTree>
    <p:extLst>
      <p:ext uri="{BB962C8B-B14F-4D97-AF65-F5344CB8AC3E}">
        <p14:creationId xmlns:p14="http://schemas.microsoft.com/office/powerpoint/2010/main" val="17067764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D8608E-0235-4F89-B779-165378DD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Detekcia podvrhov na CASIA-FASD</a:t>
            </a:r>
          </a:p>
        </p:txBody>
      </p:sp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76DC3068-7E59-4E58-ABD8-CEE7FB677DDC}"/>
              </a:ext>
            </a:extLst>
          </p:cNvPr>
          <p:cNvGraphicFramePr/>
          <p:nvPr/>
        </p:nvGraphicFramePr>
        <p:xfrm>
          <a:off xmlns:a="http://schemas.openxmlformats.org/drawingml/2006/main" x="1238250" y="1857375"/>
          <a:ext xmlns:a="http://schemas.openxmlformats.org/drawingml/2006/main" cx="9906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34250"/>
                <a:gridCol w="257175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Ukazovateľ pri prahu 0,50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Hodnota</a:t>
                      </a:r>
                    </a:p>
                  </a:txBody>
                  <a:tcPr marL="91440" marR="91440" marT="45720" marB="45720">
                    <a:solidFill>
                      <a:srgbClr val="20386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APCER, najhorší druh útoku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1,68 %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BPCER, odmietnuté živé snímky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18,10 %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Počet vyhodnotených snímok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10CD28-A78F-4FFC-AF2F-38D4FF4F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Výsledky po snímkach, viac snímok pochádza z rovnakého videa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Úspešnosť celého prihlásenia s ľuďmi sa meria osobitne</a:t>
            </a:r>
          </a:p>
        </p:txBody>
      </p:sp>
    </p:spTree>
    <p:extLst>
      <p:ext uri="{BB962C8B-B14F-4D97-AF65-F5344CB8AC3E}">
        <p14:creationId xmlns:p14="http://schemas.microsoft.com/office/powerpoint/2010/main" val="25365225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34213C-5B02-4A6B-9164-D9926B6F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3864"/>
                </a:solidFill>
                <a:latin typeface="Arial"/>
                <a:ea typeface="Arial"/>
                <a:cs typeface="Arial"/>
              </a:rPr>
              <a:t>Overenie implementácie a spustenie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A5CAD2-81AA-411E-A775-07E5FCA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906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51 testov servera, pokrytie aplikácie 87 %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11 testov klienta a produkčná zostava</a:t>
            </a:r>
          </a:p>
          <a:p xmlns:a="http://schemas.openxmlformats.org/drawingml/2006/main"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FastAPI, React, SQLite / PostgreSQL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Spustenie lokálne alebo cez Docker</a:t>
            </a:r>
          </a:p>
          <a:p xmlns:a="http://schemas.openxmlformats.org/drawingml/2006/main"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Modely: YuNet, SFace a 2× MiniFASNet</a:t>
            </a:r>
          </a:p>
        </p:txBody>
      </p:sp>
    </p:spTree>
    <p:extLst>
      <p:ext uri="{BB962C8B-B14F-4D97-AF65-F5344CB8AC3E}">
        <p14:creationId xmlns:p14="http://schemas.microsoft.com/office/powerpoint/2010/main" val="8142268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93DFCE-4ACF-4627-BCA3-82AD7C5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  <a:lvl1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  <a:lvl8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8pPr>
            <a:lvl9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19204444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2026-10-17T15:15:04.9650000Z</dcterms:created>
  <dcterms:modified xsi:type="dcterms:W3CDTF">2026-10-17T15:15:04.9650000Z</dcterms:modified>
</coreProperties>
</file>